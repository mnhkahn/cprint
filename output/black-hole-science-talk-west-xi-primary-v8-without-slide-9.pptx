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1a2e812292423d" /><Relationship Type="http://schemas.openxmlformats.org/officeDocument/2006/relationships/extended-properties" Target="/docProps/app.xml" Id="R2986316f21094c9c" /><Relationship Type="http://schemas.openxmlformats.org/officeDocument/2006/relationships/officeDocument" Target="/ppt/presentation.xml" Id="R82a4f6687287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df63d6eaf4ee2"/>
  </p:sldMasterIdLst>
  <p:notesMasterIdLst>
    <p:notesMasterId xmlns:r="http://schemas.openxmlformats.org/officeDocument/2006/relationships" r:id="R76394981c4154584"/>
  </p:notesMasterIdLst>
  <p:sldIdLst>
    <p:sldId xmlns:r="http://schemas.openxmlformats.org/officeDocument/2006/relationships" id="256" r:id="R83ce937ea12b4775"/>
    <p:sldId xmlns:r="http://schemas.openxmlformats.org/officeDocument/2006/relationships" id="257" r:id="R891bcecbcc7d4dbe"/>
    <p:sldId xmlns:r="http://schemas.openxmlformats.org/officeDocument/2006/relationships" id="258" r:id="R8ed221fd4e6449a1"/>
    <p:sldId xmlns:r="http://schemas.openxmlformats.org/officeDocument/2006/relationships" id="259" r:id="R3827237ab5e845e9"/>
    <p:sldId xmlns:r="http://schemas.openxmlformats.org/officeDocument/2006/relationships" id="260" r:id="Rb6bd172536684257"/>
    <p:sldId xmlns:r="http://schemas.openxmlformats.org/officeDocument/2006/relationships" id="261" r:id="Rc44c34525a8f436c"/>
    <p:sldId xmlns:r="http://schemas.openxmlformats.org/officeDocument/2006/relationships" id="262" r:id="Rf0b0b8a1147a4753"/>
    <p:sldId xmlns:r="http://schemas.openxmlformats.org/officeDocument/2006/relationships" id="263" r:id="Rc5d988afdf534a2e"/>
    <p:sldId xmlns:r="http://schemas.openxmlformats.org/officeDocument/2006/relationships" id="264" r:id="R1e9e5ea3bf134397"/>
    <p:sldId xmlns:r="http://schemas.openxmlformats.org/officeDocument/2006/relationships" id="265" r:id="R533da1994dcb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cf851ff3e40e9" /><Relationship Type="http://schemas.openxmlformats.org/officeDocument/2006/relationships/slideMaster" Target="/ppt/slideMasters/slideMaster1.xml" Id="Rcdfdf63d6eaf4ee2" /><Relationship Type="http://schemas.openxmlformats.org/officeDocument/2006/relationships/notesMaster" Target="/ppt/notesMasters/notesMaster1.xml" Id="R76394981c4154584" /><Relationship Type="http://schemas.openxmlformats.org/officeDocument/2006/relationships/presProps" Target="/ppt/presProps.xml" Id="Rb88da69b5f034dee" /><Relationship Type="http://schemas.openxmlformats.org/officeDocument/2006/relationships/tableStyles" Target="/ppt/tableStyles.xml" Id="R6d2de8fc1f9c4caf" /><Relationship Type="http://schemas.openxmlformats.org/officeDocument/2006/relationships/slide" Target="/ppt/slides/slide1.xml" Id="R83ce937ea12b4775" /><Relationship Type="http://schemas.openxmlformats.org/officeDocument/2006/relationships/slide" Target="/ppt/slides/slide2.xml" Id="R891bcecbcc7d4dbe" /><Relationship Type="http://schemas.openxmlformats.org/officeDocument/2006/relationships/slide" Target="/ppt/slides/slide3.xml" Id="R8ed221fd4e6449a1" /><Relationship Type="http://schemas.openxmlformats.org/officeDocument/2006/relationships/slide" Target="/ppt/slides/slide4.xml" Id="R3827237ab5e845e9" /><Relationship Type="http://schemas.openxmlformats.org/officeDocument/2006/relationships/slide" Target="/ppt/slides/slide5.xml" Id="Rb6bd172536684257" /><Relationship Type="http://schemas.openxmlformats.org/officeDocument/2006/relationships/slide" Target="/ppt/slides/slide6.xml" Id="Rc44c34525a8f436c" /><Relationship Type="http://schemas.openxmlformats.org/officeDocument/2006/relationships/slide" Target="/ppt/slides/slide7.xml" Id="Rf0b0b8a1147a4753" /><Relationship Type="http://schemas.openxmlformats.org/officeDocument/2006/relationships/slide" Target="/ppt/slides/slide8.xml" Id="Rc5d988afdf534a2e" /><Relationship Type="http://schemas.openxmlformats.org/officeDocument/2006/relationships/slide" Target="/ppt/slides/slide9.xml" Id="R1e9e5ea3bf134397" /><Relationship Type="http://schemas.openxmlformats.org/officeDocument/2006/relationships/slide" Target="/ppt/slides/slide10.xml" Id="R533da1994dcb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0d8bdd36a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24c6afc43044d6" /><Relationship Type="http://schemas.openxmlformats.org/officeDocument/2006/relationships/notesMaster" Target="/ppt/notesMasters/notesMaster1.xml" Id="R10fe1552cafe40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ca3999add54150" /><Relationship Type="http://schemas.openxmlformats.org/officeDocument/2006/relationships/notesMaster" Target="/ppt/notesMasters/notesMaster1.xml" Id="R068b82fe6bf2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ac67798d2453b" /><Relationship Type="http://schemas.openxmlformats.org/officeDocument/2006/relationships/notesMaster" Target="/ppt/notesMasters/notesMaster1.xml" Id="R6306003fcc6d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64a244bd574021" /><Relationship Type="http://schemas.openxmlformats.org/officeDocument/2006/relationships/notesMaster" Target="/ppt/notesMasters/notesMaster1.xml" Id="R23216df98470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20b5d16a245ab" /><Relationship Type="http://schemas.openxmlformats.org/officeDocument/2006/relationships/notesMaster" Target="/ppt/notesMasters/notesMaster1.xml" Id="R293e50b677d84c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c7560af0f4a2a" /><Relationship Type="http://schemas.openxmlformats.org/officeDocument/2006/relationships/notesMaster" Target="/ppt/notesMasters/notesMaster1.xml" Id="Rf299d5f7a532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e1beceb844e8a" /><Relationship Type="http://schemas.openxmlformats.org/officeDocument/2006/relationships/notesMaster" Target="/ppt/notesMasters/notesMaster1.xml" Id="R333b8044d53c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84727b60424e94" /><Relationship Type="http://schemas.openxmlformats.org/officeDocument/2006/relationships/notesMaster" Target="/ppt/notesMasters/notesMaster1.xml" Id="R0f16b585154b40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0fe88ed03446da" /><Relationship Type="http://schemas.openxmlformats.org/officeDocument/2006/relationships/notesMaster" Target="/ppt/notesMasters/notesMaster1.xml" Id="R21e4e2e0c7cc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cd32e44ccd47f1" /><Relationship Type="http://schemas.openxmlformats.org/officeDocument/2006/relationships/notesMaster" Target="/ppt/notesMasters/notesMaster1.xml" Id="R5f1886494a2a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34d19b182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a278a778c4cee" /><Relationship Type="http://schemas.openxmlformats.org/officeDocument/2006/relationships/slideLayout" Target="/ppt/slideLayouts/slideLayout1.xml" Id="Rae070e62b43c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70e62b43c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9ec42a793417d" /><Relationship Type="http://schemas.openxmlformats.org/officeDocument/2006/relationships/image" Target="/ppt/media/image.png" Id="R4a9f50873d7f4d25" /><Relationship Type="http://schemas.openxmlformats.org/officeDocument/2006/relationships/notesSlide" Target="/ppt/notesSlides/notesSlide1.xml" Id="R081058e9164d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5f4d16644e7b" /><Relationship Type="http://schemas.openxmlformats.org/officeDocument/2006/relationships/notesSlide" Target="/ppt/notesSlides/notesSlide2.xml" Id="Rc30415d975a849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c7397d39a4e95" /><Relationship Type="http://schemas.openxmlformats.org/officeDocument/2006/relationships/notesSlide" Target="/ppt/notesSlides/notesSlide3.xml" Id="R8b482d51c96b42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1172b23534cb9" /><Relationship Type="http://schemas.openxmlformats.org/officeDocument/2006/relationships/notesSlide" Target="/ppt/notesSlides/notesSlide4.xml" Id="Re9b01ab6c4714c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65660db3542f5" /><Relationship Type="http://schemas.openxmlformats.org/officeDocument/2006/relationships/notesSlide" Target="/ppt/notesSlides/notesSlide5.xml" Id="R98794568e94347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67cef87cd4794" /><Relationship Type="http://schemas.openxmlformats.org/officeDocument/2006/relationships/notesSlide" Target="/ppt/notesSlides/notesSlide6.xml" Id="R5e65d2cb539c41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17d47dcab4d54" /><Relationship Type="http://schemas.openxmlformats.org/officeDocument/2006/relationships/notesSlide" Target="/ppt/notesSlides/notesSlide7.xml" Id="Rd36fe34affbf42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d62d85698433b" /><Relationship Type="http://schemas.openxmlformats.org/officeDocument/2006/relationships/notesSlide" Target="/ppt/notesSlides/notesSlide8.xml" Id="Ra1da57385154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a59d2ca9446d" /><Relationship Type="http://schemas.openxmlformats.org/officeDocument/2006/relationships/notesSlide" Target="/ppt/notesSlides/notesSlide9.xml" Id="Rdad42897fbc744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f0b15ea3a4c5a" /><Relationship Type="http://schemas.openxmlformats.org/officeDocument/2006/relationships/notesSlide" Target="/ppt/notesSlides/notesSlide10.xml" Id="R8b9ff887c5fd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f50873d7f4d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52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6477000" y="2095500"/>
            <a:ext cx="4572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C85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6667500" y="2286000"/>
            <a:ext cx="4191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D6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0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952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04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24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573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4762500" y="2714625"/>
            <a:ext cx="552450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C85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00">
            <a:off x="5095875" y="3000375"/>
            <a:ext cx="4857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8A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384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670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41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23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5143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23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04825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B9F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5238750" y="2857500"/>
            <a:ext cx="600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0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286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C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0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526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1000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962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04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23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3847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7572375" y="2686050"/>
            <a:ext cx="419100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FFC8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2026-09-19T10:22:10.4690000Z</dcterms:created>
  <dcterms:modified xsi:type="dcterms:W3CDTF">2026-09-19T10:22:10.4690000Z</dcterms:modified>
</coreProperties>
</file>